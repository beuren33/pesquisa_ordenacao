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Shell</c:v>
                  </c:pt>
                  <c:pt idx="1">
                    <c:v>Insertion</c:v>
                  </c:pt>
                  <c:pt idx="2">
                    <c:v>Selection</c:v>
                  </c:pt>
                  <c:pt idx="3">
                    <c:v>Bubble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</c:v>
                </c:pt>
                <c:pt idx="1">
                  <c:v>66.75</c:v>
                </c:pt>
                <c:pt idx="2">
                  <c:v>126.67</c:v>
                </c:pt>
                <c:pt idx="3">
                  <c:v>1104.75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(ms)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Radix</c:v>
                  </c:pt>
                  <c:pt idx="1">
                    <c:v>Quick</c:v>
                  </c:pt>
                  <c:pt idx="2">
                    <c:v>Merge</c:v>
                  </c:pt>
                  <c:pt idx="3">
                    <c:v>Heap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23.1</c:v>
                </c:pt>
                <c:pt idx="1">
                  <c:v>147.5</c:v>
                </c:pt>
                <c:pt idx="2">
                  <c:v>200.5</c:v>
                </c:pt>
                <c:pt idx="3">
                  <c:v>279.3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ORDENAÇÃO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ordenação em Assembly,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comparados na prática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algoritmos em NASM · biblioteca Python via ctypes · interface web de comparação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Estrutura de Dados / Algoritmos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rotina em Assembly à comparação na web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F3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6035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22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Insertion, Shell, Selection, Quick, Merge, Radix e Heap Sort implementados em NASM (Assembly x86-64).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rotina é compilada em libsort.so e exposta ao Python via ctypes, através de uma API pura em core.py.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core.py não faz I/O — qualquer interface (web, CLI) pode reutilizá-lo sem tocar em Assembly.</a:t>
            </a:r>
            <a:endParaRPr lang="en-US" sz="1500" dirty="0"/>
          </a:p>
          <a:p>
            <a:pPr marL="254000" indent="-254000">
              <a:lnSpc>
                <a:spcPts val="22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 HTTP (server.py) expõe essa API para uma interface web que gera datasets, executa e compara os algoritmos.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932688"/>
          </a:xfrm>
          <a:prstGeom prst="roundRect">
            <a:avLst>
              <a:gd name="adj" fmla="val 980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18105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NASM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2880360"/>
            <a:ext cx="3977640" cy="932688"/>
          </a:xfrm>
          <a:prstGeom prst="roundRect">
            <a:avLst>
              <a:gd name="adj" fmla="val 980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29535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core.py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Python (ctypes)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023360"/>
            <a:ext cx="3977640" cy="932688"/>
          </a:xfrm>
          <a:prstGeom prst="roundRect">
            <a:avLst>
              <a:gd name="adj" fmla="val 980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40965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server.py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HTTP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5166360"/>
            <a:ext cx="3977640" cy="932688"/>
          </a:xfrm>
          <a:prstGeom prst="roundRect">
            <a:avLst>
              <a:gd name="adj" fmla="val 9804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52395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web/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5650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comparação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pesquisa_ordenacao — README.md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pipeline: da instrução de máquina ao navegador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90779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asm/*.asm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40156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rotinas NASM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(x86-64)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70632" y="2743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80360" y="290779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Makefile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40156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nasm + gcc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libsort.so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92624" y="2743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EA5E9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02352" y="290779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core.py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340156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ctypes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14616" y="2743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EA5E9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24344" y="290779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server.py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340156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puro,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em thread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36608" y="2743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2C55E"/>
          </a:solidFill>
          <a:ln/>
          <a:effectLst>
            <a:outerShdw sx="100000" sy="100000" kx="0" ky="0" algn="bl" rotWithShape="0" blurRad="76200" dist="38100" dir="5400000">
              <a:srgbClr val="1E276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546336" y="290779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web/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546336" y="340156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app.js,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core.py é a fronteira: recebe listas de inteiros, devolve listas ordenadas e o tempo medido — sem I/O, sem estado.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Ordenações rodam em thread separada no servidor, evitando bloquear a interface durante execuções de minutos em datasets grandes (O(n²)).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pesquisa_ordenacao — README.md, server.py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 — ALGORITMOS CLÁSSICOS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Bubble, Insertion, Shell e Selection Sort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28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58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pares adjacentes e troca repetidamente até não haver mais inversões.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044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Pior/médio caso: O(n²)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336792" y="1856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EF44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36792" y="1856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828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Sort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258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a lista ordenada inserindo cada elemento na posição correta.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44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Pior/médio caso: O(n²)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142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142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Sort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544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com gaps decrescentes — compara elementos distantes primeiro.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5330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caso: ~O(n log² 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6792" y="4142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36792" y="4142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544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repetidamente o menor elemento restante e o move para o início.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330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Pior/médio caso: O(n²)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asm/bubble_sort.asm, insertion_sort.asm, shell_sort.asm, selection_sort.asm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 — ALGORITMOS EFICIENTES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Quick, Merge, Radix e Heap Sort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28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58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um pivô, particiona em menores/maiores e ordena cada metade recursivamente.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044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Médio: O(n log n) · pior: O(n²)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336792" y="1856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36792" y="1856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828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258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array pela metade recursivamente e intercala (merge) as partes ordenadas.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44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Sempre: O(n log 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142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142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Radix Sort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544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dígitos, do menos ao mais significativo, sem comparar elementos entre si.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5330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O(n·d), d = nº de dígitos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6792" y="4142232"/>
            <a:ext cx="1051560" cy="1051560"/>
          </a:xfrm>
          <a:prstGeom prst="roundRect">
            <a:avLst>
              <a:gd name="adj" fmla="val 50435"/>
            </a:avLst>
          </a:prstGeom>
          <a:solidFill>
            <a:srgbClr val="0EA5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36792" y="414223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114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 Sort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5445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um heap máximo e remove repetidamente a raiz (maior elemento).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3309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Sempre: O(n log 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asm/quick_sort.asm, merge_sort.asm, radix_sort.asm, heap_sort.asm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algoritmos foram testados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50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dataset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Randômico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057400"/>
            <a:ext cx="292608" cy="29260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450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Tamanhos testados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10896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700k – 1.000.000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(atividade 1)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 – 2.000.000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(atividade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057400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450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10896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de 32 bits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cronometrado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próprio server.py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salvo em 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resultados/tempos.md, resultados/resultados_atividade2.md, core.py (TAMANHOS_DISPONIVEIS / TIPOS_DISPONIVEIS)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ATIVIDADE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milhão de números, dataset randômico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4380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18min 25s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21762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— o mais lento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743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1.104,7s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3227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20 minutos para ordenar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794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0,14s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4279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Sort no mesmo dataset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48463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~7.700×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5330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que o Bubble Sort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resultados/tempos.md — Shell, Insertion, Selection, Bubble @ 1.000.000 randômico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ATIVIDADE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milhões de números, dataset randômico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4380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23,1 ms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21762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Sort — o mais rápido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743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147,5 ms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3227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794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279,3 ms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4279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Sort — o mais lento aqui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48463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&lt; 0,3s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5330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o dobro do tamanho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resultados/resultados_atividade2.md — Radix, Quick, Merge, Heap @ 2.000.000 randômico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entre O(n²) e O(n log n) em escala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972800" cy="484632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783080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783080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medido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1783080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0972800" cy="48463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67712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67712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267712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1.104,75 s (~18 min)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267712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randômico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10972800" cy="48463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52344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75234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752344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126,67 s (~2 min)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752344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randômico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10972800" cy="48463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236976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36976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3236976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66,75 s (~1 min)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236976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randômico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10972800" cy="484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21608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Sort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721608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~O(n log² n)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3721608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0,143 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3721608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randômico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10972800" cy="484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206240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Sort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4206240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715000" y="4206240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0,279 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4206240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randômico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690872"/>
            <a:ext cx="10972800" cy="484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690872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4690872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4690872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0,201 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4690872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randômico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175504"/>
            <a:ext cx="10972800" cy="484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5175504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429000" y="517550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715000" y="5175504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0,148 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5175504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randômico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660136"/>
            <a:ext cx="10972800" cy="48463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5660136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Sort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429000" y="5660136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O(n·d)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715000" y="5660136"/>
            <a:ext cx="31089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0,023 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5660136"/>
            <a:ext cx="2468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randômico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resultados/tempos.md, resultados/resultados_atividade2.md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interface web de comparação</a:t>
            </a:r>
            <a:endParaRPr lang="en-US" sz="3200" dirty="0"/>
          </a:p>
        </p:txBody>
      </p:sp>
      <p:pic>
        <p:nvPicPr>
          <p:cNvPr id="5" name="Image 0" descr="/home/beuren/Documentos/pesquisa_ordenacao/relatorio/fig_interface_qui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949440" cy="43799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737360"/>
            <a:ext cx="3886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aba por algoritmo (Bubble → Heap) + aba Comparativo.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datasets ordenado/invertido/randômico em vários tamanhos.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 rotina NASM real, com cronômetro ao vivo (server.py).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visual animado ilustra a lógica de cada algoritmo.</a:t>
            </a:r>
            <a:endParaRPr lang="en-US" sz="1350" dirty="0"/>
          </a:p>
          <a:p>
            <a:pPr marL="228600" indent="-2286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tempos entre os algoritmos escolhidos lado a lado.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web/index.html, app.js, style.css — servidos por server.py em localhost:8000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projeto demonstrou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não é teoria abstrata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O(n²) e O(n log n) apareceu como minutos vs. milissegundos, no mesmo hardware e nos mesmos dados.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48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+ Python + Web funcionam juntos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033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de baixo nível em NASM, expostas por uma API Python limpa e consumidas por uma interface HTTP simples.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14884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880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é melhor que estimar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7033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benchmarks reais em datasets de até 2 milhões de elementos confirmaram o comportamento esperado da teoria.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pesquisa_ordenacao — relatorio/relatorio_atividade2.pdf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pesquisa_ordenacao — algoritmos de ordenação em Assembly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2026-09-18T01:13:18Z</dcterms:created>
  <dcterms:modified xsi:type="dcterms:W3CDTF">2026-09-18T01:13:18Z</dcterms:modified>
</cp:coreProperties>
</file>